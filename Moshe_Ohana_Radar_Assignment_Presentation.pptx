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72" y="-6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4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0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2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1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6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2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18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32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69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24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7233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64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682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86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88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47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rPr lang="en-US" sz="3300"/>
              <a:t>Radar Data Processing Assignment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r>
              <a:rPr lang="en-US"/>
              <a:t>Moshe Ohana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Tools: Python, NumPy, </a:t>
            </a:r>
            <a:r>
              <a:rPr lang="en-US" err="1"/>
              <a:t>Streamlit</a:t>
            </a:r>
            <a:r>
              <a:rPr lang="en-US"/>
              <a:t>, multiprocessing</a:t>
            </a:r>
          </a:p>
          <a:p>
            <a:endParaRPr lang="en-US"/>
          </a:p>
          <a:p>
            <a:r>
              <a:rPr lang="en-US"/>
              <a:t>Goal: Optimize radar data storage, computation, and visualization</a:t>
            </a:r>
            <a:r>
              <a:rPr dirty="0"/>
              <a:t>.</a:t>
            </a: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rPr lang="en-US" sz="3100"/>
              <a:t>Storage Optimization (Task 3.1)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/>
              <a:t>Goal: Reduce storage size without losing information.</a:t>
            </a:r>
          </a:p>
          <a:p>
            <a:pPr>
              <a:lnSpc>
                <a:spcPct val="90000"/>
              </a:lnSpc>
            </a:pPr>
            <a:endParaRPr lang="en-US" sz="1500" dirty="0"/>
          </a:p>
          <a:p>
            <a:pPr>
              <a:lnSpc>
                <a:spcPct val="90000"/>
              </a:lnSpc>
            </a:pPr>
            <a:r>
              <a:rPr lang="en-US" sz="1500" dirty="0"/>
              <a:t>Approach: Analyzed .</a:t>
            </a:r>
            <a:r>
              <a:rPr lang="en-US" sz="1500" dirty="0" err="1"/>
              <a:t>npz</a:t>
            </a:r>
            <a:r>
              <a:rPr lang="en-US" sz="1500" dirty="0"/>
              <a:t> fields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Applied </a:t>
            </a:r>
            <a:r>
              <a:rPr lang="en-US" sz="1500" dirty="0" err="1"/>
              <a:t>dtype</a:t>
            </a:r>
            <a:r>
              <a:rPr lang="en-US" sz="1500" dirty="0"/>
              <a:t> </a:t>
            </a:r>
            <a:r>
              <a:rPr lang="en-US" sz="1500" dirty="0" err="1"/>
              <a:t>downcasting</a:t>
            </a:r>
            <a:r>
              <a:rPr lang="en-US" sz="1500" dirty="0"/>
              <a:t> (float64 → uint8/bool)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Used compressed save (</a:t>
            </a:r>
            <a:r>
              <a:rPr lang="en-US" sz="1500" dirty="0" err="1"/>
              <a:t>np.savez_compressed</a:t>
            </a:r>
            <a:r>
              <a:rPr lang="en-US" sz="1500" dirty="0"/>
              <a:t>)</a:t>
            </a:r>
          </a:p>
          <a:p>
            <a:pPr>
              <a:lnSpc>
                <a:spcPct val="90000"/>
              </a:lnSpc>
            </a:pPr>
            <a:endParaRPr lang="en-US" sz="1500" dirty="0"/>
          </a:p>
          <a:p>
            <a:pPr>
              <a:lnSpc>
                <a:spcPct val="90000"/>
              </a:lnSpc>
            </a:pPr>
            <a:r>
              <a:rPr lang="en-US" sz="1500" dirty="0"/>
              <a:t>Results: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Original: 6.87 MB → Optimized: 2.27 MB (~67% reduction)</a:t>
            </a:r>
          </a:p>
          <a:p>
            <a:pPr>
              <a:lnSpc>
                <a:spcPct val="90000"/>
              </a:lnSpc>
            </a:pPr>
            <a:endParaRPr lang="en-US" sz="1500" dirty="0"/>
          </a:p>
          <a:p>
            <a:pPr>
              <a:lnSpc>
                <a:spcPct val="90000"/>
              </a:lnSpc>
            </a:pPr>
            <a:r>
              <a:rPr lang="en-US" sz="1500" dirty="0"/>
              <a:t>Explanation: Smaller numeric types and compression drastically reduced file size.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rPr lang="en-US" sz="3100"/>
              <a:t>RMS Optimization (Task 3.2)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Goal: Speed up RMS computation.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Baseline: Naive implementation with nested loops.</a:t>
            </a:r>
          </a:p>
          <a:p>
            <a:pPr>
              <a:lnSpc>
                <a:spcPct val="90000"/>
              </a:lnSpc>
            </a:pPr>
            <a:r>
              <a:rPr lang="en-US"/>
              <a:t>Optimization: Vectorized operations using NumPy, reduced Python overhead.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Results:</a:t>
            </a:r>
          </a:p>
          <a:p>
            <a:pPr>
              <a:lnSpc>
                <a:spcPct val="90000"/>
              </a:lnSpc>
            </a:pPr>
            <a:r>
              <a:rPr lang="en-US"/>
              <a:t>• Baseline: 46.02 </a:t>
            </a:r>
            <a:r>
              <a:rPr lang="en-US" err="1"/>
              <a:t>ms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• Optimized: 1.08 </a:t>
            </a:r>
            <a:r>
              <a:rPr lang="en-US" err="1"/>
              <a:t>ms</a:t>
            </a:r>
            <a:r>
              <a:rPr lang="en-US"/>
              <a:t> (×42.8 faster)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Key insight: Vectorization significantly improves performance.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n-US" sz="2800"/>
              <a:t>Parallelization (Task 3.2 Extension)</a:t>
            </a:r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3490721" y="816638"/>
            <a:ext cx="3464779" cy="522472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sz="1700" dirty="0"/>
              <a:t>Goal: Process many files concurrently using multiprocessing.</a:t>
            </a:r>
          </a:p>
          <a:p>
            <a:pPr>
              <a:lnSpc>
                <a:spcPct val="90000"/>
              </a:lnSpc>
            </a:pPr>
            <a:endParaRPr sz="1700" dirty="0"/>
          </a:p>
          <a:p>
            <a:pPr>
              <a:lnSpc>
                <a:spcPct val="90000"/>
              </a:lnSpc>
            </a:pPr>
            <a:r>
              <a:rPr sz="1700" dirty="0"/>
              <a:t>Implementation: multiprocessing</a:t>
            </a:r>
            <a:r>
              <a:rPr lang="he-IL" sz="1700" dirty="0"/>
              <a:t> </a:t>
            </a:r>
            <a:r>
              <a:rPr sz="1700" dirty="0"/>
              <a:t>Pool with 7 workers, </a:t>
            </a:r>
            <a:r>
              <a:rPr sz="1700" dirty="0" err="1"/>
              <a:t>chunksize</a:t>
            </a:r>
            <a:r>
              <a:rPr sz="1700" dirty="0"/>
              <a:t>=35.</a:t>
            </a:r>
          </a:p>
          <a:p>
            <a:pPr>
              <a:lnSpc>
                <a:spcPct val="90000"/>
              </a:lnSpc>
            </a:pPr>
            <a:endParaRPr sz="1700" dirty="0"/>
          </a:p>
          <a:p>
            <a:pPr>
              <a:lnSpc>
                <a:spcPct val="90000"/>
              </a:lnSpc>
            </a:pPr>
            <a:r>
              <a:rPr sz="1700" dirty="0"/>
              <a:t>Results:</a:t>
            </a:r>
          </a:p>
          <a:p>
            <a:pPr>
              <a:lnSpc>
                <a:spcPct val="90000"/>
              </a:lnSpc>
            </a:pPr>
            <a:r>
              <a:rPr sz="1700" dirty="0"/>
              <a:t>• Serial: 88.84s</a:t>
            </a:r>
          </a:p>
          <a:p>
            <a:pPr>
              <a:lnSpc>
                <a:spcPct val="90000"/>
              </a:lnSpc>
            </a:pPr>
            <a:r>
              <a:rPr sz="1700" dirty="0"/>
              <a:t>• Parallel: 27.43s</a:t>
            </a:r>
          </a:p>
          <a:p>
            <a:pPr>
              <a:lnSpc>
                <a:spcPct val="90000"/>
              </a:lnSpc>
            </a:pPr>
            <a:r>
              <a:rPr sz="1700" dirty="0"/>
              <a:t>• Speed-up: 3.24×</a:t>
            </a:r>
          </a:p>
          <a:p>
            <a:pPr>
              <a:lnSpc>
                <a:spcPct val="90000"/>
              </a:lnSpc>
            </a:pPr>
            <a:endParaRPr sz="1700" dirty="0"/>
          </a:p>
          <a:p>
            <a:pPr>
              <a:lnSpc>
                <a:spcPct val="90000"/>
              </a:lnSpc>
            </a:pPr>
            <a:r>
              <a:rPr sz="1700" dirty="0"/>
              <a:t>Conclusion: Parallel execution fully utilized CPU cores, reducing total runtime by ~70%.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rPr lang="en-US" dirty="0"/>
              <a:t>UI Dashboard (Task 3.3)</a:t>
            </a: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/>
              <a:t>Goal: Build an interactive visualization dashboard using </a:t>
            </a:r>
            <a:r>
              <a:rPr lang="en-US" sz="1500" dirty="0" err="1"/>
              <a:t>Streamlit</a:t>
            </a:r>
            <a:r>
              <a:rPr lang="en-US" sz="1500" dirty="0"/>
              <a:t> and </a:t>
            </a:r>
            <a:r>
              <a:rPr lang="en-US" sz="1500" dirty="0" err="1"/>
              <a:t>Plotly</a:t>
            </a:r>
            <a:r>
              <a:rPr lang="en-US" sz="1500" dirty="0"/>
              <a:t>.</a:t>
            </a:r>
          </a:p>
          <a:p>
            <a:pPr>
              <a:lnSpc>
                <a:spcPct val="90000"/>
              </a:lnSpc>
            </a:pPr>
            <a:endParaRPr lang="en-US" sz="1500" dirty="0"/>
          </a:p>
          <a:p>
            <a:pPr>
              <a:lnSpc>
                <a:spcPct val="90000"/>
              </a:lnSpc>
            </a:pPr>
            <a:r>
              <a:rPr lang="en-US" sz="1500" dirty="0"/>
              <a:t>Features: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• Upload .</a:t>
            </a:r>
            <a:r>
              <a:rPr lang="en-US" sz="1500" dirty="0" err="1"/>
              <a:t>npz</a:t>
            </a:r>
            <a:r>
              <a:rPr lang="en-US" sz="1500" dirty="0"/>
              <a:t> file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• Interactive time-series (zoom/pan)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• Histograms for signal, </a:t>
            </a:r>
            <a:r>
              <a:rPr lang="en-US" sz="1500" dirty="0" err="1"/>
              <a:t>signal_quality</a:t>
            </a:r>
            <a:r>
              <a:rPr lang="en-US" sz="1500" dirty="0"/>
              <a:t>, </a:t>
            </a:r>
            <a:r>
              <a:rPr lang="en-US" sz="1500" dirty="0" err="1"/>
              <a:t>heart_state</a:t>
            </a:r>
            <a:endParaRPr lang="en-US" sz="1500" dirty="0"/>
          </a:p>
          <a:p>
            <a:pPr>
              <a:lnSpc>
                <a:spcPct val="90000"/>
              </a:lnSpc>
            </a:pPr>
            <a:r>
              <a:rPr lang="en-US" sz="1500" dirty="0"/>
              <a:t>• Subsampling for performance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dirty="0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42A1125-BEEF-4B06-B7A6-5C89AFBF8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93B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1AF29A-C02E-4F6E-AE31-4D61F939D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803267-175B-4586-A120-09F386B97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643468"/>
            <a:ext cx="8178800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E7DED9-1AFE-7229-4419-DD0133A6AE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357" y="2511675"/>
            <a:ext cx="7463281" cy="182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5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42A1125-BEEF-4B06-B7A6-5C89AFBF8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872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1AF29A-C02E-4F6E-AE31-4D61F939D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803267-175B-4586-A120-09F386B97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643468"/>
            <a:ext cx="8178800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C91B4A07-6DFD-7FF1-DA28-25A01EA69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0099" y="1123527"/>
            <a:ext cx="6243797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214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65032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599781" y="3681413"/>
            <a:ext cx="3572669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93473" y="-8467"/>
            <a:ext cx="2255512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947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06616" y="3048000"/>
            <a:ext cx="2444750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8241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6115" y="3589867"/>
            <a:ext cx="1362870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2882531" cy="517562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Summary &amp; Reflections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1615" y="-8467"/>
            <a:ext cx="5332385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063" y="609601"/>
            <a:ext cx="4133472" cy="517562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Summary: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• Task 3.1: ~67% storage reduction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• Task 3.2: 43× faster RMS computation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• Task 3.2 Extension: 3.2× speed-up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• Task 3.3: Interactive Streamlit UI</a:t>
            </a:r>
          </a:p>
          <a:p>
            <a:pPr>
              <a:lnSpc>
                <a:spcPct val="90000"/>
              </a:lnSpc>
            </a:pPr>
            <a:endParaRPr lang="en-US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Reflections: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• Learned efficient data handling and multiprocessing.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• Balanced accuracy and performance.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• Created usable visualization tool.</a:t>
            </a:r>
          </a:p>
          <a:p>
            <a:pPr marL="0" indent="0">
              <a:lnSpc>
                <a:spcPct val="90000"/>
              </a:lnSpc>
              <a:buNone/>
            </a:pPr>
            <a:endParaRPr lang="en-US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</TotalTime>
  <Words>319</Words>
  <Application>Microsoft Office PowerPoint</Application>
  <PresentationFormat>On-screen Show (4:3)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Radar Data Processing Assignment</vt:lpstr>
      <vt:lpstr>Storage Optimization (Task 3.1)</vt:lpstr>
      <vt:lpstr>RMS Optimization (Task 3.2)</vt:lpstr>
      <vt:lpstr>Parallelization (Task 3.2 Extension)</vt:lpstr>
      <vt:lpstr>UI Dashboard (Task 3.3)</vt:lpstr>
      <vt:lpstr>PowerPoint Presentation</vt:lpstr>
      <vt:lpstr>PowerPoint Presentation</vt:lpstr>
      <vt:lpstr>Summary &amp; Reflections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moshe ohana</cp:lastModifiedBy>
  <cp:revision>2</cp:revision>
  <dcterms:created xsi:type="dcterms:W3CDTF">2013-01-27T09:14:16Z</dcterms:created>
  <dcterms:modified xsi:type="dcterms:W3CDTF">2025-11-10T18:22:51Z</dcterms:modified>
  <cp:category/>
</cp:coreProperties>
</file>